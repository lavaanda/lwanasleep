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8091" y="3085765"/>
            <a:ext cx="8240108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2" y="990600"/>
            <a:ext cx="7989752" cy="1504844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2" y="2495444"/>
            <a:ext cx="7989752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14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228003"/>
            <a:ext cx="7989752" cy="36307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04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52646" y="5141973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36573"/>
            <a:ext cx="7989751" cy="1504844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3" y="4541417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3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2" y="2228002"/>
            <a:ext cx="3899527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2" y="2228003"/>
            <a:ext cx="3907662" cy="363304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8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28003"/>
            <a:ext cx="3593500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2" y="2926051"/>
            <a:ext cx="3899527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69308" y="2228003"/>
            <a:ext cx="3601635" cy="576262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926051"/>
            <a:ext cx="3907662" cy="2934999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422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0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60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52646" y="5141973"/>
            <a:ext cx="8238707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352" y="5262296"/>
            <a:ext cx="353662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99" y="601200"/>
            <a:ext cx="824040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7" y="5262295"/>
            <a:ext cx="426532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2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4693389"/>
            <a:ext cx="7989752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8093" y="599725"/>
            <a:ext cx="8238706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6"/>
            <a:ext cx="7989752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8092" y="599725"/>
            <a:ext cx="8238707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2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0" y="599725"/>
            <a:ext cx="2057399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75725"/>
            <a:ext cx="1503123" cy="5183073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2" y="675725"/>
            <a:ext cx="5922209" cy="5183073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5956136"/>
            <a:ext cx="947672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0"/>
            <a:ext cx="5922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536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687474"/>
            <a:ext cx="7989752" cy="10833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228003"/>
            <a:ext cx="7989752" cy="3630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59327" y="595613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0"/>
            <a:ext cx="48705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0476" y="5956136"/>
            <a:ext cx="7704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8091" y="441325"/>
            <a:ext cx="2719909" cy="10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976001" y="441325"/>
            <a:ext cx="2710800" cy="10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216601" y="441325"/>
            <a:ext cx="2710800" cy="10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07462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7731" y="2402758"/>
            <a:ext cx="5223388" cy="1143000"/>
          </a:xfrm>
        </p:spPr>
        <p:txBody>
          <a:bodyPr>
            <a:normAutofit/>
          </a:bodyPr>
          <a:lstStyle/>
          <a:p>
            <a:r>
              <a:rPr sz="4000" dirty="0">
                <a:solidFill>
                  <a:schemeClr val="tx1"/>
                </a:solidFill>
                <a:latin typeface="Times New Roman"/>
              </a:rPr>
              <a:t>Fifi-Study (MySQL)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6683" y="3883742"/>
            <a:ext cx="7005484" cy="2271918"/>
          </a:xfrm>
        </p:spPr>
        <p:txBody>
          <a:bodyPr/>
          <a:lstStyle/>
          <a:p>
            <a:pPr marL="0" indent="0" algn="ctr">
              <a:buNone/>
            </a:pPr>
            <a:r>
              <a:rPr sz="2000" dirty="0" err="1">
                <a:latin typeface="Times New Roman"/>
              </a:rPr>
              <a:t>Мобильное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обучающее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приложение</a:t>
            </a:r>
            <a:endParaRPr lang="ru-RU" sz="2000" dirty="0">
              <a:latin typeface="Times New Roman"/>
            </a:endParaRPr>
          </a:p>
          <a:p>
            <a:pPr marL="0" indent="0" algn="ctr">
              <a:buNone/>
            </a:pPr>
            <a:r>
              <a:rPr lang="ru-RU" sz="1600" dirty="0">
                <a:latin typeface="Times New Roman"/>
              </a:rPr>
              <a:t>Еремина Полина Сергеевна</a:t>
            </a:r>
            <a:endParaRPr sz="1600" dirty="0"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latin typeface="Times New Roman"/>
              </a:rPr>
              <a:t>Краткое</a:t>
            </a:r>
            <a:r>
              <a:rPr sz="3600" dirty="0">
                <a:latin typeface="Times New Roman"/>
              </a:rPr>
              <a:t> </a:t>
            </a:r>
            <a:r>
              <a:rPr sz="3600" dirty="0" err="1">
                <a:latin typeface="Times New Roman"/>
              </a:rPr>
              <a:t>описание</a:t>
            </a:r>
            <a:r>
              <a:rPr sz="3600" dirty="0">
                <a:latin typeface="Times New Roman"/>
              </a:rPr>
              <a:t> </a:t>
            </a:r>
            <a:r>
              <a:rPr sz="3600" dirty="0" err="1">
                <a:latin typeface="Times New Roman"/>
              </a:rPr>
              <a:t>проекта</a:t>
            </a:r>
            <a:endParaRPr sz="36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Fifi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-Study MySQL — это мобильное обучающее приложение для изучения языка программирования MySQL.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ориентировано на пользователей, которые хотят освоить основы работы с базами данных, закрепить знания на практике и отслеживать свой прогресс в удобном формате.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 могут изучать теоретические материалы, выполнять практические задания, участвовать в обсуждениях, работать над совместными проектами и взаимодействовать с другими участниками через систему друзей и форума. Для мотивации реализован рейтинг, который отображает количество выполненных заданий и позицию пользователя среди других.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latin typeface="Times New Roman"/>
              </a:rPr>
              <a:t>Цель</a:t>
            </a:r>
            <a:r>
              <a:rPr sz="3600" dirty="0">
                <a:latin typeface="Times New Roman"/>
              </a:rPr>
              <a:t> и </a:t>
            </a:r>
            <a:r>
              <a:rPr sz="3600" dirty="0" err="1">
                <a:latin typeface="Times New Roman"/>
              </a:rPr>
              <a:t>аналоги</a:t>
            </a:r>
            <a:endParaRPr sz="36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приложения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помочь пользователям изучать основы языка MySQL в удобном формате.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позволяет читать теорию, выполнять задания и следить за своим прогрессом в обучении.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sz="2000" dirty="0" err="1">
                <a:latin typeface="Times New Roman"/>
              </a:rPr>
              <a:t>Аналоги</a:t>
            </a:r>
            <a:r>
              <a:rPr sz="2000" dirty="0">
                <a:latin typeface="Times New Roman"/>
              </a:rPr>
              <a:t>:</a:t>
            </a:r>
          </a:p>
          <a:p>
            <a:r>
              <a:rPr sz="2000" dirty="0">
                <a:latin typeface="Times New Roman"/>
              </a:rPr>
              <a:t>Learn SQL</a:t>
            </a:r>
          </a:p>
          <a:p>
            <a:r>
              <a:rPr sz="2000" dirty="0">
                <a:latin typeface="Times New Roman"/>
              </a:rPr>
              <a:t>Mimo</a:t>
            </a:r>
          </a:p>
          <a:p>
            <a:r>
              <a:rPr sz="2000" dirty="0">
                <a:latin typeface="Times New Roman"/>
              </a:rPr>
              <a:t>SQL Practice</a:t>
            </a:r>
          </a:p>
          <a:p>
            <a:r>
              <a:rPr sz="2000" dirty="0">
                <a:latin typeface="Times New Roman"/>
              </a:rPr>
              <a:t>SQL Play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3600" dirty="0" err="1">
                <a:latin typeface="Times New Roman"/>
              </a:rPr>
              <a:t>Пользовательские</a:t>
            </a:r>
            <a:r>
              <a:rPr sz="3600" dirty="0">
                <a:latin typeface="Times New Roman"/>
              </a:rPr>
              <a:t> </a:t>
            </a:r>
            <a:r>
              <a:rPr sz="3600" dirty="0" err="1">
                <a:latin typeface="Times New Roman"/>
              </a:rPr>
              <a:t>роли</a:t>
            </a:r>
            <a:r>
              <a:rPr sz="3600" dirty="0">
                <a:latin typeface="Times New Roman"/>
              </a:rPr>
              <a:t> и </a:t>
            </a:r>
            <a:r>
              <a:rPr sz="3600" dirty="0" err="1">
                <a:latin typeface="Times New Roman"/>
              </a:rPr>
              <a:t>функционал</a:t>
            </a:r>
            <a:endParaRPr sz="36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124" y="1976284"/>
            <a:ext cx="7989752" cy="4552337"/>
          </a:xfrm>
        </p:spPr>
        <p:txBody>
          <a:bodyPr>
            <a:normAutofit fontScale="85000" lnSpcReduction="10000"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Авторизация и регистрация (логин/пароль, Google, вход по коду)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 редактирование профиля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Прохождение теории и практических заданий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Участие в проектах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Общение на форуме (сообщения, комментарии)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и управление друзьями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рейтинга и прогресса обучения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Гость: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теории, заданий и контента приложения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возможности редактирования, отправки данных и взаимодействия с другими пользователями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latin typeface="Times New Roman"/>
              </a:rPr>
              <a:t>Соответствие</a:t>
            </a:r>
            <a:r>
              <a:rPr sz="3600" dirty="0">
                <a:latin typeface="Times New Roman"/>
              </a:rPr>
              <a:t> </a:t>
            </a:r>
            <a:r>
              <a:rPr sz="3600" dirty="0" err="1">
                <a:latin typeface="Times New Roman"/>
              </a:rPr>
              <a:t>требованиям</a:t>
            </a:r>
            <a:endParaRPr sz="36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>
                <a:latin typeface="Times New Roman"/>
              </a:rPr>
              <a:t>CRUD-</a:t>
            </a:r>
            <a:r>
              <a:rPr sz="2000" dirty="0" err="1">
                <a:latin typeface="Times New Roman"/>
              </a:rPr>
              <a:t>операции</a:t>
            </a:r>
            <a:r>
              <a:rPr sz="2000" dirty="0">
                <a:latin typeface="Times New Roman"/>
              </a:rPr>
              <a:t> — </a:t>
            </a:r>
            <a:r>
              <a:rPr lang="ru-RU" sz="2000" dirty="0">
                <a:latin typeface="Times New Roman"/>
              </a:rPr>
              <a:t>есть</a:t>
            </a:r>
            <a:endParaRPr sz="2000"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 err="1">
                <a:latin typeface="Times New Roman"/>
              </a:rPr>
              <a:t>Авторизация</a:t>
            </a:r>
            <a:r>
              <a:rPr sz="2000" dirty="0">
                <a:latin typeface="Times New Roman"/>
              </a:rPr>
              <a:t> и </a:t>
            </a:r>
            <a:r>
              <a:rPr sz="2000" dirty="0" err="1">
                <a:latin typeface="Times New Roman"/>
              </a:rPr>
              <a:t>регистрация</a:t>
            </a:r>
            <a:r>
              <a:rPr sz="2000" dirty="0">
                <a:latin typeface="Times New Roman"/>
              </a:rPr>
              <a:t> — </a:t>
            </a:r>
            <a:r>
              <a:rPr lang="ru-RU" sz="2000" dirty="0">
                <a:latin typeface="Times New Roman"/>
              </a:rPr>
              <a:t>есть</a:t>
            </a:r>
            <a:endParaRPr sz="2000"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 err="1">
                <a:latin typeface="Times New Roman"/>
              </a:rPr>
              <a:t>Работа</a:t>
            </a:r>
            <a:r>
              <a:rPr sz="2000" dirty="0">
                <a:latin typeface="Times New Roman"/>
              </a:rPr>
              <a:t> с </a:t>
            </a:r>
            <a:r>
              <a:rPr sz="2000" dirty="0" err="1">
                <a:latin typeface="Times New Roman"/>
              </a:rPr>
              <a:t>сервером</a:t>
            </a:r>
            <a:r>
              <a:rPr sz="2000" dirty="0">
                <a:latin typeface="Times New Roman"/>
              </a:rPr>
              <a:t> (Flask + REST API) — </a:t>
            </a:r>
            <a:r>
              <a:rPr lang="ru-RU" sz="2000" dirty="0">
                <a:latin typeface="Times New Roman"/>
              </a:rPr>
              <a:t>есть</a:t>
            </a:r>
            <a:endParaRPr sz="2000"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 err="1">
                <a:latin typeface="Times New Roman"/>
              </a:rPr>
              <a:t>Загрузка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изображений</a:t>
            </a:r>
            <a:r>
              <a:rPr sz="2000" dirty="0">
                <a:latin typeface="Times New Roman"/>
              </a:rPr>
              <a:t> — </a:t>
            </a:r>
            <a:r>
              <a:rPr lang="ru-RU" sz="2000" dirty="0">
                <a:latin typeface="Times New Roman"/>
              </a:rPr>
              <a:t>есть</a:t>
            </a:r>
            <a:endParaRPr sz="2000"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 err="1">
                <a:latin typeface="Times New Roman"/>
              </a:rPr>
              <a:t>Кэширование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данных</a:t>
            </a:r>
            <a:r>
              <a:rPr sz="2000" dirty="0">
                <a:latin typeface="Times New Roman"/>
              </a:rPr>
              <a:t> — </a:t>
            </a:r>
            <a:r>
              <a:rPr lang="ru-RU" sz="2000" dirty="0">
                <a:latin typeface="Times New Roman"/>
              </a:rPr>
              <a:t>есть</a:t>
            </a:r>
            <a:endParaRPr sz="2000"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 err="1">
                <a:latin typeface="Times New Roman"/>
              </a:rPr>
              <a:t>Клиент-серверная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архитектура</a:t>
            </a:r>
            <a:r>
              <a:rPr sz="2000" dirty="0">
                <a:latin typeface="Times New Roman"/>
              </a:rPr>
              <a:t> — </a:t>
            </a:r>
            <a:r>
              <a:rPr lang="ru-RU" sz="2000" dirty="0">
                <a:latin typeface="Times New Roman"/>
              </a:rPr>
              <a:t>есть</a:t>
            </a:r>
            <a:endParaRPr sz="2000" dirty="0"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latin typeface="Times New Roman"/>
              </a:rPr>
              <a:t>Стек</a:t>
            </a:r>
            <a:r>
              <a:rPr sz="3600" dirty="0">
                <a:latin typeface="Times New Roman"/>
              </a:rPr>
              <a:t> </a:t>
            </a:r>
            <a:r>
              <a:rPr sz="3600" dirty="0" err="1">
                <a:latin typeface="Times New Roman"/>
              </a:rPr>
              <a:t>технологий</a:t>
            </a:r>
            <a:endParaRPr sz="36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>
                <a:latin typeface="Times New Roman"/>
              </a:rPr>
              <a:t>Frontend: Android Studio, Java, XML, Retrofit</a:t>
            </a:r>
            <a:r>
              <a:rPr lang="ru-RU" sz="2000" dirty="0">
                <a:latin typeface="Times New Roman"/>
              </a:rPr>
              <a:t> (</a:t>
            </a:r>
            <a:r>
              <a:rPr lang="en-US" sz="2000" dirty="0" err="1">
                <a:latin typeface="Times New Roman"/>
              </a:rPr>
              <a:t>figma</a:t>
            </a:r>
            <a:r>
              <a:rPr lang="ru-RU" sz="2000" dirty="0">
                <a:latin typeface="Times New Roman"/>
              </a:rPr>
              <a:t>)</a:t>
            </a:r>
            <a:endParaRPr sz="2000"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>
                <a:latin typeface="Times New Roman"/>
              </a:rPr>
              <a:t>Backend: Flask (Python), REST API</a:t>
            </a: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 err="1">
                <a:latin typeface="Times New Roman"/>
              </a:rPr>
              <a:t>База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данных</a:t>
            </a:r>
            <a:r>
              <a:rPr sz="2000" dirty="0">
                <a:latin typeface="Times New Roman"/>
              </a:rPr>
              <a:t>: MySQL</a:t>
            </a: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sz="2000" dirty="0" err="1">
                <a:latin typeface="Times New Roman"/>
              </a:rPr>
              <a:t>Дополнительно</a:t>
            </a:r>
            <a:r>
              <a:rPr sz="2000" dirty="0">
                <a:latin typeface="Times New Roman"/>
              </a:rPr>
              <a:t>: GitHub, Figma, </a:t>
            </a:r>
            <a:r>
              <a:rPr sz="2000" dirty="0" err="1">
                <a:latin typeface="Times New Roman"/>
              </a:rPr>
              <a:t>Ngrok</a:t>
            </a:r>
            <a:endParaRPr lang="ru-RU" sz="2000"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endParaRPr lang="ru-RU" sz="2000"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</a:rPr>
              <a:t>Практически все картинки взяты из </a:t>
            </a:r>
            <a:r>
              <a:rPr lang="en-US" sz="2000" dirty="0">
                <a:latin typeface="Times New Roman"/>
              </a:rPr>
              <a:t>Figma </a:t>
            </a:r>
            <a:r>
              <a:rPr lang="ru-RU" sz="2000" dirty="0">
                <a:latin typeface="Times New Roman"/>
              </a:rPr>
              <a:t>для интерфейса.</a:t>
            </a:r>
            <a:endParaRPr sz="2000" dirty="0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 err="1">
                <a:latin typeface="Times New Roman"/>
              </a:rPr>
              <a:t>Архитектура</a:t>
            </a:r>
            <a:endParaRPr sz="36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5334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sz="2000" dirty="0">
                <a:latin typeface="Times New Roman"/>
              </a:rPr>
              <a:t>Android-</a:t>
            </a:r>
            <a:r>
              <a:rPr sz="2000" dirty="0" err="1">
                <a:latin typeface="Times New Roman"/>
              </a:rPr>
              <a:t>приложение</a:t>
            </a:r>
            <a:endParaRPr sz="2000" dirty="0">
              <a:latin typeface="Times New Roman"/>
            </a:endParaRPr>
          </a:p>
          <a:p>
            <a:pPr marL="0" indent="0" algn="ctr">
              <a:buNone/>
            </a:pPr>
            <a:r>
              <a:rPr sz="2000" dirty="0">
                <a:latin typeface="Times New Roman"/>
              </a:rPr>
              <a:t>↓</a:t>
            </a:r>
          </a:p>
          <a:p>
            <a:pPr marL="0" indent="0" algn="ctr">
              <a:buNone/>
            </a:pPr>
            <a:r>
              <a:rPr sz="2000" dirty="0">
                <a:latin typeface="Times New Roman"/>
              </a:rPr>
              <a:t>Retrofit</a:t>
            </a:r>
          </a:p>
          <a:p>
            <a:pPr marL="0" indent="0" algn="ctr">
              <a:buNone/>
            </a:pPr>
            <a:r>
              <a:rPr sz="2000" dirty="0">
                <a:latin typeface="Times New Roman"/>
              </a:rPr>
              <a:t>↓</a:t>
            </a:r>
          </a:p>
          <a:p>
            <a:pPr marL="0" indent="0" algn="ctr">
              <a:buNone/>
            </a:pPr>
            <a:r>
              <a:rPr sz="2000" dirty="0">
                <a:latin typeface="Times New Roman"/>
              </a:rPr>
              <a:t>Flask REST API</a:t>
            </a:r>
          </a:p>
          <a:p>
            <a:pPr marL="0" indent="0" algn="ctr">
              <a:buNone/>
            </a:pPr>
            <a:r>
              <a:rPr sz="2000" dirty="0">
                <a:latin typeface="Times New Roman"/>
              </a:rPr>
              <a:t>↓</a:t>
            </a:r>
          </a:p>
          <a:p>
            <a:pPr marL="0" indent="0" algn="ctr">
              <a:buNone/>
            </a:pPr>
            <a:r>
              <a:rPr sz="2000" dirty="0">
                <a:latin typeface="Times New Roman"/>
              </a:rPr>
              <a:t>MySQL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Times New Roman"/>
              </a:rPr>
              <a:t>UI / 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dirty="0" err="1">
                <a:latin typeface="Times New Roman"/>
              </a:rPr>
              <a:t>Экран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входа</a:t>
            </a:r>
            <a:r>
              <a:rPr sz="2000" dirty="0">
                <a:latin typeface="Times New Roman"/>
              </a:rPr>
              <a:t> и </a:t>
            </a:r>
            <a:r>
              <a:rPr sz="2000" dirty="0" err="1">
                <a:latin typeface="Times New Roman"/>
              </a:rPr>
              <a:t>регистрации</a:t>
            </a:r>
            <a:endParaRPr sz="2000" dirty="0">
              <a:latin typeface="Times New Roman"/>
            </a:endParaRPr>
          </a:p>
          <a:p>
            <a:r>
              <a:rPr sz="2000" dirty="0" err="1">
                <a:latin typeface="Times New Roman"/>
              </a:rPr>
              <a:t>Главный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экран</a:t>
            </a:r>
            <a:endParaRPr sz="2000" dirty="0">
              <a:latin typeface="Times New Roman"/>
            </a:endParaRPr>
          </a:p>
          <a:p>
            <a:r>
              <a:rPr sz="2000" dirty="0" err="1">
                <a:latin typeface="Times New Roman"/>
              </a:rPr>
              <a:t>Задания</a:t>
            </a:r>
            <a:r>
              <a:rPr sz="2000" dirty="0">
                <a:latin typeface="Times New Roman"/>
              </a:rPr>
              <a:t> и </a:t>
            </a:r>
            <a:r>
              <a:rPr sz="2000" dirty="0" err="1">
                <a:latin typeface="Times New Roman"/>
              </a:rPr>
              <a:t>теория</a:t>
            </a:r>
            <a:endParaRPr sz="2000" dirty="0">
              <a:latin typeface="Times New Roman"/>
            </a:endParaRPr>
          </a:p>
          <a:p>
            <a:r>
              <a:rPr sz="2000" dirty="0" err="1">
                <a:latin typeface="Times New Roman"/>
              </a:rPr>
              <a:t>Профиль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пользователя</a:t>
            </a:r>
            <a:endParaRPr sz="2000" dirty="0">
              <a:latin typeface="Times New Roman"/>
            </a:endParaRPr>
          </a:p>
          <a:p>
            <a:r>
              <a:rPr sz="2000" dirty="0" err="1">
                <a:latin typeface="Times New Roman"/>
              </a:rPr>
              <a:t>Форум</a:t>
            </a:r>
            <a:r>
              <a:rPr sz="2000" dirty="0">
                <a:latin typeface="Times New Roman"/>
              </a:rPr>
              <a:t> и </a:t>
            </a:r>
            <a:r>
              <a:rPr sz="2000" dirty="0" err="1">
                <a:latin typeface="Times New Roman"/>
              </a:rPr>
              <a:t>комментарии</a:t>
            </a:r>
            <a:endParaRPr sz="2000" dirty="0">
              <a:latin typeface="Times New Roman"/>
            </a:endParaRPr>
          </a:p>
          <a:p>
            <a:endParaRPr sz="2000" dirty="0">
              <a:latin typeface="Times New Roman"/>
            </a:endParaRPr>
          </a:p>
          <a:p>
            <a:pPr marL="0" indent="0">
              <a:buNone/>
            </a:pPr>
            <a:r>
              <a:rPr sz="2000" dirty="0" err="1">
                <a:latin typeface="Times New Roman"/>
              </a:rPr>
              <a:t>Принципы</a:t>
            </a:r>
            <a:r>
              <a:rPr sz="2000" dirty="0">
                <a:latin typeface="Times New Roman"/>
              </a:rPr>
              <a:t>: </a:t>
            </a:r>
            <a:r>
              <a:rPr sz="2000" dirty="0" err="1">
                <a:latin typeface="Times New Roman"/>
              </a:rPr>
              <a:t>минимализм</a:t>
            </a:r>
            <a:r>
              <a:rPr sz="2000" dirty="0">
                <a:latin typeface="Times New Roman"/>
              </a:rPr>
              <a:t>,</a:t>
            </a:r>
            <a:r>
              <a:rPr lang="ru-RU" sz="2000" dirty="0">
                <a:latin typeface="Times New Roman"/>
              </a:rPr>
              <a:t> читаемость,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простота</a:t>
            </a:r>
            <a:endParaRPr sz="2000" dirty="0"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Times New Roman"/>
              </a:rPr>
              <a:t>Тестирование и </a:t>
            </a:r>
            <a:r>
              <a:rPr sz="3600" dirty="0" err="1">
                <a:latin typeface="Times New Roman"/>
              </a:rPr>
              <a:t>релиз</a:t>
            </a:r>
            <a:endParaRPr sz="36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5115"/>
            <a:ext cx="8229600" cy="4525963"/>
          </a:xfrm>
        </p:spPr>
        <p:txBody>
          <a:bodyPr>
            <a:normAutofit fontScale="77500" lnSpcReduction="20000"/>
          </a:bodyPr>
          <a:lstStyle/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</a:rPr>
              <a:t>Использовались такие виды тестирования:</a:t>
            </a:r>
          </a:p>
          <a:p>
            <a:pPr marL="0" indent="457200">
              <a:lnSpc>
                <a:spcPct val="150000"/>
              </a:lnSpc>
              <a:spcBef>
                <a:spcPts val="0"/>
              </a:spcBef>
            </a:pPr>
            <a:r>
              <a:rPr sz="2000" dirty="0" err="1">
                <a:latin typeface="Times New Roman"/>
              </a:rPr>
              <a:t>Ручное</a:t>
            </a:r>
            <a:r>
              <a:rPr sz="2000" dirty="0">
                <a:latin typeface="Times New Roman"/>
              </a:rPr>
              <a:t> </a:t>
            </a:r>
            <a:r>
              <a:rPr sz="2000" dirty="0" err="1">
                <a:latin typeface="Times New Roman"/>
              </a:rPr>
              <a:t>тестирование</a:t>
            </a:r>
            <a:endParaRPr lang="ru-RU" sz="2000" dirty="0">
              <a:latin typeface="Times New Roman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</a:pPr>
            <a:r>
              <a:rPr lang="ru-RU" sz="2000" dirty="0">
                <a:latin typeface="Times New Roman"/>
              </a:rPr>
              <a:t>Дымовое тестирование</a:t>
            </a:r>
          </a:p>
          <a:p>
            <a:pPr marL="0" indent="457200">
              <a:lnSpc>
                <a:spcPct val="150000"/>
              </a:lnSpc>
              <a:spcBef>
                <a:spcPts val="0"/>
              </a:spcBef>
            </a:pPr>
            <a:r>
              <a:rPr lang="ru-RU" sz="2000" dirty="0">
                <a:latin typeface="Times New Roman"/>
              </a:rPr>
              <a:t>Сборка </a:t>
            </a:r>
            <a:r>
              <a:rPr lang="en-US" sz="2000" dirty="0">
                <a:latin typeface="Times New Roman"/>
              </a:rPr>
              <a:t>APK</a:t>
            </a:r>
            <a:endParaRPr lang="ru-RU" sz="2000" dirty="0">
              <a:latin typeface="Times New Roman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</a:pPr>
            <a:r>
              <a:rPr lang="ru-RU" sz="2000" dirty="0">
                <a:latin typeface="Times New Roman"/>
              </a:rPr>
              <a:t>Модульное тестирование</a:t>
            </a:r>
            <a:endParaRPr lang="en-US" sz="2000" dirty="0">
              <a:latin typeface="Times New Roman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endParaRPr lang="ru-RU" sz="2000" dirty="0">
              <a:latin typeface="Times New Roman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latin typeface="Times New Roman"/>
              </a:rPr>
              <a:t>Так же еще была проверка таких составляющих:</a:t>
            </a:r>
            <a:endParaRPr sz="2000" dirty="0">
              <a:latin typeface="Times New Roman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</a:pPr>
            <a:r>
              <a:rPr sz="2000" dirty="0">
                <a:latin typeface="Times New Roman"/>
              </a:rPr>
              <a:t>API-</a:t>
            </a:r>
            <a:r>
              <a:rPr sz="2000" dirty="0" err="1">
                <a:latin typeface="Times New Roman"/>
              </a:rPr>
              <a:t>запрос</a:t>
            </a:r>
            <a:r>
              <a:rPr lang="ru-RU" sz="2000" dirty="0">
                <a:latin typeface="Times New Roman"/>
              </a:rPr>
              <a:t>ы</a:t>
            </a:r>
          </a:p>
          <a:p>
            <a:pPr marL="0" indent="457200">
              <a:lnSpc>
                <a:spcPct val="150000"/>
              </a:lnSpc>
              <a:spcBef>
                <a:spcPts val="0"/>
              </a:spcBef>
            </a:pPr>
            <a:r>
              <a:rPr lang="en-US" sz="2000" dirty="0">
                <a:latin typeface="Times New Roman"/>
              </a:rPr>
              <a:t>Xml</a:t>
            </a:r>
            <a:endParaRPr lang="ru-RU" sz="2000" dirty="0">
              <a:latin typeface="Times New Roman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</a:pPr>
            <a:r>
              <a:rPr lang="ru-RU" sz="2000" dirty="0">
                <a:latin typeface="Times New Roman"/>
              </a:rPr>
              <a:t>Функционал</a:t>
            </a:r>
            <a:endParaRPr lang="en-US" sz="2000" dirty="0">
              <a:latin typeface="Times New Roman"/>
            </a:endParaRPr>
          </a:p>
          <a:p>
            <a:pPr marL="0" indent="457200">
              <a:lnSpc>
                <a:spcPct val="150000"/>
              </a:lnSpc>
              <a:spcBef>
                <a:spcPts val="0"/>
              </a:spcBef>
              <a:buNone/>
            </a:pPr>
            <a:endParaRPr sz="2000" dirty="0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dirty="0" err="1">
                <a:latin typeface="Times New Roman"/>
              </a:rPr>
              <a:t>Итоги</a:t>
            </a:r>
            <a:r>
              <a:rPr sz="2000" dirty="0">
                <a:latin typeface="Times New Roman"/>
              </a:rPr>
              <a:t> и </a:t>
            </a:r>
            <a:r>
              <a:rPr sz="2000" dirty="0" err="1">
                <a:latin typeface="Times New Roman"/>
              </a:rPr>
              <a:t>планы</a:t>
            </a:r>
            <a:endParaRPr sz="2000" dirty="0">
              <a:latin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802" y="2231923"/>
            <a:ext cx="7989752" cy="4163962"/>
          </a:xfrm>
        </p:spPr>
        <p:txBody>
          <a:bodyPr>
            <a:noAutofit/>
          </a:bodyPr>
          <a:lstStyle/>
          <a:p>
            <a:pPr marL="0" indent="45000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</a:rPr>
              <a:t>Я впервые поработала с сервером </a:t>
            </a:r>
            <a:r>
              <a:rPr lang="en-US" dirty="0">
                <a:latin typeface="Times New Roman"/>
              </a:rPr>
              <a:t>Flask</a:t>
            </a:r>
            <a:r>
              <a:rPr lang="ru-RU" dirty="0">
                <a:latin typeface="Times New Roman"/>
              </a:rPr>
              <a:t>. Он очень удобный в плане гибкости. Через него я реализовывала всю логику приложения. Это реализовывалось примерно так: сначала я сделала подключение библиотеки </a:t>
            </a:r>
            <a:r>
              <a:rPr lang="en-US" dirty="0">
                <a:latin typeface="Times New Roman"/>
              </a:rPr>
              <a:t>Retrofit</a:t>
            </a:r>
            <a:r>
              <a:rPr lang="ru-RU" dirty="0">
                <a:latin typeface="Times New Roman"/>
              </a:rPr>
              <a:t> в </a:t>
            </a:r>
            <a:r>
              <a:rPr lang="en-US" dirty="0">
                <a:latin typeface="Times New Roman"/>
              </a:rPr>
              <a:t>Android</a:t>
            </a:r>
            <a:r>
              <a:rPr lang="ru-RU" dirty="0">
                <a:latin typeface="Times New Roman"/>
              </a:rPr>
              <a:t>, она помогает работать с </a:t>
            </a:r>
            <a:r>
              <a:rPr lang="en-US" dirty="0">
                <a:latin typeface="Times New Roman"/>
              </a:rPr>
              <a:t>Rest Api</a:t>
            </a:r>
            <a:r>
              <a:rPr lang="ru-RU" dirty="0">
                <a:latin typeface="Times New Roman"/>
              </a:rPr>
              <a:t> (интерфейс сервера) и только потом я доходила до базы данных и работала с ней.</a:t>
            </a:r>
            <a:endParaRPr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  <a:buNone/>
            </a:pPr>
            <a:r>
              <a:rPr dirty="0" err="1">
                <a:latin typeface="Times New Roman"/>
              </a:rPr>
              <a:t>Планы</a:t>
            </a:r>
            <a:r>
              <a:rPr dirty="0">
                <a:latin typeface="Times New Roman"/>
              </a:rPr>
              <a:t>:</a:t>
            </a: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dirty="0" err="1">
                <a:latin typeface="Times New Roman"/>
              </a:rPr>
              <a:t>Улучшение</a:t>
            </a:r>
            <a:r>
              <a:rPr dirty="0">
                <a:latin typeface="Times New Roman"/>
              </a:rPr>
              <a:t> </a:t>
            </a:r>
            <a:r>
              <a:rPr lang="ru-RU" dirty="0">
                <a:latin typeface="Times New Roman"/>
              </a:rPr>
              <a:t>интерфейса</a:t>
            </a:r>
            <a:endParaRPr dirty="0">
              <a:latin typeface="Times New Roman"/>
            </a:endParaRP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dirty="0" err="1">
                <a:latin typeface="Times New Roman"/>
              </a:rPr>
              <a:t>Дополнительные</a:t>
            </a:r>
            <a:r>
              <a:rPr dirty="0">
                <a:latin typeface="Times New Roman"/>
              </a:rPr>
              <a:t> </a:t>
            </a:r>
            <a:r>
              <a:rPr dirty="0" err="1">
                <a:latin typeface="Times New Roman"/>
              </a:rPr>
              <a:t>задания</a:t>
            </a:r>
            <a:r>
              <a:rPr lang="ru-RU" dirty="0">
                <a:latin typeface="Times New Roman"/>
              </a:rPr>
              <a:t>, теория и проекты</a:t>
            </a:r>
          </a:p>
          <a:p>
            <a:pPr marL="0" indent="450000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/>
              </a:rPr>
              <a:t>Улучшение существующих функций</a:t>
            </a:r>
            <a:endParaRPr dirty="0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ивиденд">
  <a:themeElements>
    <a:clrScheme name="Дивиденд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Дивиденд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Дивиденд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TM03457464[[fn=Дивиденд]]</Template>
  <TotalTime>79</TotalTime>
  <Words>421</Words>
  <Application>Microsoft Office PowerPoint</Application>
  <PresentationFormat>Экран (4:3)</PresentationFormat>
  <Paragraphs>77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Corbel</vt:lpstr>
      <vt:lpstr>Gill Sans MT</vt:lpstr>
      <vt:lpstr>Times New Roman</vt:lpstr>
      <vt:lpstr>Wingdings 2</vt:lpstr>
      <vt:lpstr>Дивиденд</vt:lpstr>
      <vt:lpstr>Fifi-Study (MySQL)</vt:lpstr>
      <vt:lpstr>Краткое описание проекта</vt:lpstr>
      <vt:lpstr>Цель и аналоги</vt:lpstr>
      <vt:lpstr>Пользовательские роли и функционал</vt:lpstr>
      <vt:lpstr>Соответствие требованиям</vt:lpstr>
      <vt:lpstr>Стек технологий</vt:lpstr>
      <vt:lpstr>Архитектура</vt:lpstr>
      <vt:lpstr>UI / UX</vt:lpstr>
      <vt:lpstr>Тестирование и релиз</vt:lpstr>
      <vt:lpstr>Итоги и планы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Полина Ерёмина</dc:creator>
  <cp:keywords/>
  <dc:description>generated using python-pptx</dc:description>
  <cp:lastModifiedBy>Полина Ерёмина</cp:lastModifiedBy>
  <cp:revision>21</cp:revision>
  <dcterms:created xsi:type="dcterms:W3CDTF">2013-01-27T09:14:16Z</dcterms:created>
  <dcterms:modified xsi:type="dcterms:W3CDTF">2025-12-19T00:59:54Z</dcterms:modified>
  <cp:category/>
</cp:coreProperties>
</file>