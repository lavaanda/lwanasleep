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9" r:id="rId3"/>
    <p:sldId id="257" r:id="rId4"/>
    <p:sldId id="262" r:id="rId5"/>
    <p:sldId id="261" r:id="rId6"/>
    <p:sldId id="263" r:id="rId7"/>
    <p:sldId id="264" r:id="rId8"/>
    <p:sldId id="265" r:id="rId9"/>
    <p:sldId id="258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735B6-D9D6-450B-95A4-8455A21C4264}" v="6" dt="2025-09-09T18:39:27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97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6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7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8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386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6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1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4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61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6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1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E64D5A-0281-4C68-B39F-9541989E5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82600" y="716803"/>
            <a:ext cx="8413670" cy="3453336"/>
          </a:xfrm>
        </p:spPr>
        <p:txBody>
          <a:bodyPr anchor="ctr">
            <a:normAutofit fontScale="90000"/>
          </a:bodyPr>
          <a:lstStyle/>
          <a:p>
            <a:r>
              <a:rPr lang="ru-RU" sz="8000" dirty="0"/>
              <a:t>Проект:</a:t>
            </a:r>
            <a:br>
              <a:rPr lang="ru-RU" sz="8000" dirty="0"/>
            </a:br>
            <a:r>
              <a:rPr lang="ru-RU" sz="8000" dirty="0"/>
              <a:t>Изучение языка программирования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60957" y="4294231"/>
            <a:ext cx="4853017" cy="1949813"/>
          </a:xfrm>
        </p:spPr>
        <p:txBody>
          <a:bodyPr anchor="t">
            <a:normAutofit/>
          </a:bodyPr>
          <a:lstStyle/>
          <a:p>
            <a:pPr algn="r"/>
            <a:r>
              <a:rPr lang="ru-RU" dirty="0"/>
              <a:t>Выполнила Еремина Полина 410ИС-22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9A8E91-0028-41F1-AD09-55C3F5999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0999E2-DBA5-45C2-9FA5-8925EF80D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7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CBB2C7-C4A2-4DDF-8B0F-AAA41053F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E70BD5D-17E6-4887-A29F-C82092681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B508D0-DC67-444E-9820-DCF5B0BF3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95047"/>
            <a:ext cx="6186871" cy="587828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44435-70DA-5D1B-5B62-3FD92F54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93" y="979708"/>
            <a:ext cx="5278233" cy="50378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9600" dirty="0"/>
              <a:t>Цели</a:t>
            </a:r>
            <a:br>
              <a:rPr lang="ru-RU" sz="9600" dirty="0"/>
            </a:br>
            <a:r>
              <a:rPr lang="ru-RU" sz="9600" dirty="0"/>
              <a:t>идеи</a:t>
            </a:r>
            <a:endParaRPr lang="en-US" sz="9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4E6366-92A8-D1AE-DE9F-8094D3767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6402" y="785314"/>
            <a:ext cx="4747146" cy="569193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ru-RU" dirty="0"/>
              <a:t>Ц</a:t>
            </a:r>
            <a:r>
              <a:rPr lang="ru-RU" sz="2400" dirty="0"/>
              <a:t>ель - обучение пользователей языку программирования </a:t>
            </a:r>
            <a:r>
              <a:rPr lang="en-US" sz="2400" dirty="0"/>
              <a:t>sql</a:t>
            </a:r>
            <a:r>
              <a:rPr lang="ru-RU" sz="2400" dirty="0"/>
              <a:t>.</a:t>
            </a:r>
          </a:p>
          <a:p>
            <a:r>
              <a:rPr lang="ru-RU" dirty="0"/>
              <a:t>Аналоги: </a:t>
            </a:r>
            <a:r>
              <a:rPr lang="en-US" sz="2400" dirty="0">
                <a:latin typeface="Times New Roman"/>
              </a:rPr>
              <a:t>Learn SQL, Mimo.</a:t>
            </a:r>
            <a:endParaRPr lang="ru-RU" dirty="0"/>
          </a:p>
          <a:p>
            <a:r>
              <a:rPr lang="ru-RU" dirty="0"/>
              <a:t>И</a:t>
            </a:r>
            <a:r>
              <a:rPr lang="ru-RU" sz="2400" dirty="0"/>
              <a:t>дея – обучение состоит из двух составляющих: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Теория,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</a:t>
            </a:r>
            <a:r>
              <a:rPr lang="ru-RU" sz="2400" dirty="0"/>
              <a:t>рактика.</a:t>
            </a:r>
          </a:p>
          <a:p>
            <a:r>
              <a:rPr lang="ru-RU" sz="2400" dirty="0"/>
              <a:t>Это нужно для закрепления усвоенного материала. </a:t>
            </a:r>
          </a:p>
          <a:p>
            <a:r>
              <a:rPr lang="ru-RU" dirty="0"/>
              <a:t>Пользователи могут спрашивать непонятное и просить помощи с заданием на форуме или просто общаться по теме проекта.</a:t>
            </a:r>
            <a:endParaRPr lang="ru-RU" sz="2400" dirty="0"/>
          </a:p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944363-3FC2-4F07-8F6C-22CAB8106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C43E59-BA83-4550-B9B8-06D36F8E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71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465D3-C34F-8C86-B4B6-387BF337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304"/>
            <a:ext cx="11147071" cy="1755263"/>
          </a:xfrm>
        </p:spPr>
        <p:txBody>
          <a:bodyPr/>
          <a:lstStyle/>
          <a:p>
            <a:r>
              <a:rPr lang="ru-RU" sz="9600" dirty="0"/>
              <a:t>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952FC-1472-D4FD-26E4-460B63ADC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599" y="3788229"/>
            <a:ext cx="5418551" cy="230475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Обеспечение теорией и практикой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Поддержка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Создание обсуждения для обучающихся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AC56D7-D4AD-7C9E-2354-CCB50DB8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0852" y="3771900"/>
            <a:ext cx="5418551" cy="21834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Мотивация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Слежка за прогрессом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/>
              <a:t>Обеспечить взаимодействие в команде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D2BD0-5062-5553-3018-42C7EEA7D4B0}"/>
              </a:ext>
            </a:extLst>
          </p:cNvPr>
          <p:cNvSpPr txBox="1"/>
          <p:nvPr/>
        </p:nvSpPr>
        <p:spPr>
          <a:xfrm>
            <a:off x="482599" y="3069771"/>
            <a:ext cx="4907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i="1" u="sng" dirty="0"/>
              <a:t>Основные задачи приложения:</a:t>
            </a:r>
          </a:p>
        </p:txBody>
      </p:sp>
    </p:spTree>
    <p:extLst>
      <p:ext uri="{BB962C8B-B14F-4D97-AF65-F5344CB8AC3E}">
        <p14:creationId xmlns:p14="http://schemas.microsoft.com/office/powerpoint/2010/main" val="24744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E70BD5D-17E6-4887-A29F-C82092681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B508D0-DC67-444E-9820-DCF5B0BF3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95047"/>
            <a:ext cx="6186871" cy="587828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DB687-7B18-7FC5-E115-3E18F602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93" y="979708"/>
            <a:ext cx="5148548" cy="50378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8000" dirty="0"/>
              <a:t>Технологический стек</a:t>
            </a:r>
            <a:endParaRPr lang="en-US" sz="6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D162CC-354E-9809-AFAB-29F75368C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9760" y="979710"/>
            <a:ext cx="4677561" cy="50378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u="sng" dirty="0"/>
              <a:t>Для разработки приложения</a:t>
            </a:r>
            <a:r>
              <a:rPr lang="ru-RU" dirty="0"/>
              <a:t>: Android Studio</a:t>
            </a:r>
          </a:p>
          <a:p>
            <a:r>
              <a:rPr lang="ru-RU" u="sng" dirty="0"/>
              <a:t>Для базы данных</a:t>
            </a:r>
            <a:r>
              <a:rPr lang="ru-RU" dirty="0"/>
              <a:t>: Open Server Panel</a:t>
            </a:r>
          </a:p>
          <a:p>
            <a:r>
              <a:rPr lang="ru-RU" dirty="0"/>
              <a:t>Также будет добавлен </a:t>
            </a:r>
            <a:r>
              <a:rPr lang="ru-RU" u="sng" dirty="0"/>
              <a:t>помощник-бот</a:t>
            </a:r>
            <a:r>
              <a:rPr lang="ru-RU" dirty="0"/>
              <a:t> на языке Python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944363-3FC2-4F07-8F6C-22CAB8106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C43E59-BA83-4550-B9B8-06D36F8E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4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190F0BE-0458-42AB-B6EB-F5904EA2D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AFA20-A1D1-B483-16F2-E468F0DA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29" y="278409"/>
            <a:ext cx="9700041" cy="2776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8800" dirty="0">
                <a:latin typeface="Times New Roman"/>
              </a:rPr>
              <a:t>Пользовательские роли и функционал</a:t>
            </a:r>
            <a:endParaRPr lang="en-US" sz="6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D0EE2A-F33F-BBB3-8A4E-E95BD0AB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986" y="3706445"/>
            <a:ext cx="5129337" cy="259469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ru-RU" sz="2400" b="1" dirty="0">
                <a:latin typeface="Seaford (Основной текст)"/>
                <a:cs typeface="Times New Roman" panose="02020603050405020304" pitchFamily="18" charset="0"/>
              </a:rPr>
              <a:t>Пользователь:</a:t>
            </a:r>
            <a:endParaRPr lang="ru-RU" sz="2400" dirty="0">
              <a:latin typeface="Seaford (Основной текст)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Seaford (Основной текст)"/>
                <a:cs typeface="Times New Roman" panose="02020603050405020304" pitchFamily="18" charset="0"/>
              </a:rPr>
              <a:t>Авторизация и регистрация (логин/пароль, гугл, вход по коду)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Seaford (Основной текст)"/>
                <a:cs typeface="Times New Roman" panose="02020603050405020304" pitchFamily="18" charset="0"/>
              </a:rPr>
              <a:t>Просмотр и редактирование профиля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Seaford (Основной текст)"/>
                <a:cs typeface="Times New Roman" panose="02020603050405020304" pitchFamily="18" charset="0"/>
              </a:rPr>
              <a:t>Прохождение теории и практических заданий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Seaford (Основной текст)"/>
                <a:cs typeface="Times New Roman" panose="02020603050405020304" pitchFamily="18" charset="0"/>
              </a:rPr>
              <a:t>Участие в проектах, форум, рейтинг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828387-9ED2-4FBE-804A-B3BB2DB1A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80BEE-607F-46D5-8F10-4B7E41A62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501814"/>
            <a:ext cx="11147071" cy="2437326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94BC43-F693-4C06-A59C-202FF5344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F94989-351D-4E2E-A555-793EFDF22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2305226-D534-86C1-F2A7-F9B08D2C2C37}"/>
              </a:ext>
            </a:extLst>
          </p:cNvPr>
          <p:cNvSpPr txBox="1"/>
          <p:nvPr/>
        </p:nvSpPr>
        <p:spPr>
          <a:xfrm>
            <a:off x="6236308" y="3706445"/>
            <a:ext cx="4454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Times New Roman" panose="02020603050405020304" pitchFamily="18" charset="0"/>
              </a:rPr>
              <a:t>Гость:</a:t>
            </a:r>
            <a:endParaRPr lang="ru-RU" sz="2400" dirty="0"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i="1" dirty="0">
                <a:cs typeface="Times New Roman" panose="02020603050405020304" pitchFamily="18" charset="0"/>
              </a:rPr>
              <a:t>Просмотр теории, заданий и контента приложения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A2567BA7-0BEB-A83E-143C-F6860B722333}"/>
              </a:ext>
            </a:extLst>
          </p:cNvPr>
          <p:cNvSpPr txBox="1">
            <a:spLocks/>
          </p:cNvSpPr>
          <p:nvPr/>
        </p:nvSpPr>
        <p:spPr>
          <a:xfrm>
            <a:off x="526985" y="3168604"/>
            <a:ext cx="5129337" cy="884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sng" dirty="0"/>
              <a:t>Основные функции: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447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B83B2-A6BA-A8B5-599D-503C38D7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7C9350-5609-C558-B5B7-88154F749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9147" y="3075139"/>
            <a:ext cx="5418551" cy="307383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Android-</a:t>
            </a:r>
            <a:r>
              <a:rPr lang="ru-RU" sz="2400" dirty="0">
                <a:latin typeface="Times New Roman"/>
              </a:rPr>
              <a:t>приложение</a:t>
            </a:r>
          </a:p>
          <a:p>
            <a:pPr marL="0" indent="0" algn="ctr">
              <a:buNone/>
            </a:pPr>
            <a:r>
              <a:rPr lang="ru-RU" sz="24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Retrofit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Flask REST API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/>
              </a:rPr>
              <a:t>MySQL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551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B83B2-A6BA-A8B5-599D-503C38D7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БД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88EC70E-8804-28B4-2B52-4EA0EF77C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95" y="494523"/>
            <a:ext cx="9391306" cy="58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1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B83B2-A6BA-A8B5-599D-503C38D7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F5B09-2CA2-5FDA-A8DD-B43CD26CF94F}"/>
              </a:ext>
            </a:extLst>
          </p:cNvPr>
          <p:cNvSpPr txBox="1"/>
          <p:nvPr/>
        </p:nvSpPr>
        <p:spPr>
          <a:xfrm>
            <a:off x="828092" y="3470988"/>
            <a:ext cx="6097554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</a:rPr>
              <a:t>Использовались такие виды тестирования: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/>
              </a:rPr>
              <a:t>Ручное тестирование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/>
              </a:rPr>
              <a:t>Дымовое тестирование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/>
              </a:rPr>
              <a:t>Сборка APK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/>
              </a:rPr>
              <a:t>Модульное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62047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3AB61-9C1F-21B5-4D01-1609983B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7571311" cy="200622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9800" dirty="0"/>
              <a:t>Актуальность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D037CF-2F1F-2FAE-F4CF-B02B3CDF5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329" y="3897084"/>
            <a:ext cx="6517694" cy="22648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Рост спроса на работу с данными,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Доступность курсов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Поддержка различной аудитории</a:t>
            </a:r>
          </a:p>
          <a:p>
            <a:endParaRPr lang="ru-RU" dirty="0"/>
          </a:p>
          <a:p>
            <a:endParaRPr lang="ru-RU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4E9046-342F-4651-A26F-4A515E0FD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621D46E-24FA-456D-9B78-4F99643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2940693"/>
            <a:ext cx="11147071" cy="342744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E29D1C4-F0CA-456E-87A4-9DE009AE1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C30F52-1FBF-F6A6-F2A9-42AB9D398F8E}"/>
              </a:ext>
            </a:extLst>
          </p:cNvPr>
          <p:cNvSpPr txBox="1"/>
          <p:nvPr/>
        </p:nvSpPr>
        <p:spPr>
          <a:xfrm>
            <a:off x="562329" y="3139585"/>
            <a:ext cx="61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/>
              <a:t>Актуальность заключается в следующем:</a:t>
            </a:r>
          </a:p>
        </p:txBody>
      </p:sp>
    </p:spTree>
    <p:extLst>
      <p:ext uri="{BB962C8B-B14F-4D97-AF65-F5344CB8AC3E}">
        <p14:creationId xmlns:p14="http://schemas.microsoft.com/office/powerpoint/2010/main" val="179088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B83B2-A6BA-A8B5-599D-503C38D7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 ПЛАНЫ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912F-0F95-AD5B-802C-F9082D84101D}"/>
              </a:ext>
            </a:extLst>
          </p:cNvPr>
          <p:cNvSpPr txBox="1">
            <a:spLocks/>
          </p:cNvSpPr>
          <p:nvPr/>
        </p:nvSpPr>
        <p:spPr>
          <a:xfrm>
            <a:off x="737119" y="2948473"/>
            <a:ext cx="10291665" cy="3452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0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Я впервые поработала с сервером </a:t>
            </a:r>
            <a:r>
              <a:rPr lang="ru-RU" sz="2000" dirty="0" err="1">
                <a:latin typeface="Times New Roman"/>
              </a:rPr>
              <a:t>Flask</a:t>
            </a:r>
            <a:r>
              <a:rPr lang="ru-RU" sz="2000" dirty="0">
                <a:latin typeface="Times New Roman"/>
              </a:rPr>
              <a:t>. Он очень удобный в плане гибкости. Через него я реализовывала всю логику приложения. Это реализовывалось примерно так: сначала я сделала подключение библиотеки </a:t>
            </a:r>
            <a:r>
              <a:rPr lang="ru-RU" sz="2000" dirty="0" err="1">
                <a:latin typeface="Times New Roman"/>
              </a:rPr>
              <a:t>Retrofit</a:t>
            </a:r>
            <a:r>
              <a:rPr lang="ru-RU" sz="2000" dirty="0">
                <a:latin typeface="Times New Roman"/>
              </a:rPr>
              <a:t> в Android, она помогает работать с </a:t>
            </a:r>
            <a:r>
              <a:rPr lang="ru-RU" sz="2000" dirty="0" err="1">
                <a:latin typeface="Times New Roman"/>
              </a:rPr>
              <a:t>Rest</a:t>
            </a:r>
            <a:r>
              <a:rPr lang="ru-RU" sz="2000" dirty="0">
                <a:latin typeface="Times New Roman"/>
              </a:rPr>
              <a:t> </a:t>
            </a:r>
            <a:r>
              <a:rPr lang="ru-RU" sz="2000" dirty="0" err="1">
                <a:latin typeface="Times New Roman"/>
              </a:rPr>
              <a:t>Api</a:t>
            </a:r>
            <a:r>
              <a:rPr lang="ru-RU" sz="2000" dirty="0">
                <a:latin typeface="Times New Roman"/>
              </a:rPr>
              <a:t> (интерфейс сервера) и только потом я доходила до базы данных и работала с ней.</a:t>
            </a:r>
          </a:p>
          <a:p>
            <a:pPr indent="4500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Планы:</a:t>
            </a:r>
          </a:p>
          <a:p>
            <a:pPr indent="4500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Улучшение интерфейса</a:t>
            </a:r>
          </a:p>
          <a:p>
            <a:pPr indent="4500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Дополнительные задания, теория и проекты</a:t>
            </a:r>
            <a:r>
              <a:rPr lang="en-US" sz="2000" dirty="0">
                <a:latin typeface="Times New Roman"/>
              </a:rPr>
              <a:t>, </a:t>
            </a:r>
            <a:r>
              <a:rPr lang="ru-RU" sz="2000" dirty="0">
                <a:latin typeface="Times New Roman"/>
              </a:rPr>
              <a:t>улучшение существующих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1084618287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278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Seaford</vt:lpstr>
      <vt:lpstr>Seaford (Основной текст)</vt:lpstr>
      <vt:lpstr>Times New Roman</vt:lpstr>
      <vt:lpstr>LevelVTI</vt:lpstr>
      <vt:lpstr>Проект: Изучение языка программирования</vt:lpstr>
      <vt:lpstr>Цели идеи</vt:lpstr>
      <vt:lpstr>Задачи</vt:lpstr>
      <vt:lpstr>Технологический стек</vt:lpstr>
      <vt:lpstr>Пользовательские роли и функционал</vt:lpstr>
      <vt:lpstr>Архитектура</vt:lpstr>
      <vt:lpstr>БД</vt:lpstr>
      <vt:lpstr>ТЕСТИРОВАНИЕ</vt:lpstr>
      <vt:lpstr>Актуальность</vt:lpstr>
      <vt:lpstr>ВЫВОД И ПЛАНЫ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Полина Ерёмина</cp:lastModifiedBy>
  <cp:revision>51</cp:revision>
  <dcterms:created xsi:type="dcterms:W3CDTF">2025-09-09T18:36:59Z</dcterms:created>
  <dcterms:modified xsi:type="dcterms:W3CDTF">2025-12-19T12:05:34Z</dcterms:modified>
</cp:coreProperties>
</file>